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Third quarter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grew</a:t>
            </a:r>
          </a:p>
          <a:p>
            <a:r>
              <a:t>Costs fell</a:t>
            </a:r>
          </a:p>
          <a:p>
            <a:pPr lvl="1"/>
            <a:r>
              <a:t>Mostly shipping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400">
                <a:solidFill>
                  <a:srgbClr val="FFFFFF"/>
                </a:solidFill>
              </a:rPr>
              <a:t>Filled box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914400" cy="9144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 for the audience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